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EA3D-E719-9883-628B-A676D6923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5CA68-BB23-100D-025B-F979F0154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8F19-6478-59AD-E0C8-26DAC409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5EA0-A6D1-3001-2A12-094C0D37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8A87A-35D9-5D64-1CCC-10C55E68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18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7063-B390-7C8D-8EC6-AEC91303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2785-7863-032A-8230-932497B32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06533-2718-18E6-1491-68AFF4E3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4E98-1BC9-65F8-BE6D-48EBE7F4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D9258-4874-6462-92EA-6100C403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78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B71-FED3-926D-7BF0-59ABF341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8BB02-64DA-BA31-E9C5-F017BB9A1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C2FDE-9313-55E6-A0DF-A3EE427C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A08F9-30DB-7CCC-D607-D01005F5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90FE-9C78-7B8E-B23A-D19DA859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8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867E-0D9F-3353-1458-1684BA67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3AD95-3247-7656-B572-DA78FCCB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F8A5E-3B1F-D606-AFCA-82919D5BC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9381D-D6D7-188C-CB21-3A88BC15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21C43-61B1-4571-0857-808E76A4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EF1C8-E515-6AD3-21AF-22AEF4F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8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93DB-8EFC-2A28-C74C-FA0EF6E8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48261-A524-3FEB-9F9D-19DFF536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2AC6-91DD-A840-932F-2210BEB00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576-8E78-7622-2F10-6DE4284E8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323507-601C-198A-E867-81AC4CB2C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07DFD-BCE8-BFC0-A566-30462D12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A9150-2C60-E439-D8FF-7D41EDB8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30A0E-B07F-8897-3F2A-622EFCA1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01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DFF3-6B9E-34DF-0F0B-431145AB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4EDEB-FA7D-3244-D3B1-8A4D421E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16865-6A13-5C88-0DC1-DD220B78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ADB82-65CA-3F85-23F0-0ABB609F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87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300C1-DCCE-7969-3D39-E4C1761B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F2871-AD24-2B97-E60C-D15BA3CD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5BF33-DD2F-CA1E-4C1D-407A0D09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1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5B39-4981-8DD6-F32A-2EC734B7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606AA-B51B-842D-61FF-62D0DE07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F04A1-7CE4-8CE8-096E-9AD824F60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D559E-306B-7778-C7AC-5D4BC0F0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718E5-F9B5-5163-3400-3260F6E5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92F95-777A-C26B-D113-639B2FAE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0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31D7-02E9-BAF0-A9E4-2CD016BD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02808-A032-48D4-C223-9973AF67A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29664-7168-92E5-5D6E-E4F911CCF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0E723-84B8-B8F7-9E55-28FDEAA2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7D87B-C274-AEEC-67CA-151F0954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2302C-7A05-657E-B157-71DB0A58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3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E23A-3B09-9D03-1323-46B9BEC9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091AE-46BC-1C99-85D7-7F927A6E2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948BD-B146-5D06-184B-BAEF0E85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56F3-C3B0-421F-53F6-52F6DF12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20C7-9DC8-38E7-D7D9-F719D2EB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28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367F9C-D074-833C-604D-5E0F9DFA8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13AD3-8CD4-E19D-E5DF-3D85DB1D0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45884-AA32-5226-4532-DA0B1D6E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FC5-39E8-E3B7-45A9-F1E06C8D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C5DB-9DC2-E92E-DEEE-942197D7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3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F1B59-E9EA-4A33-D21E-FBD83ECE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9D454-5BB0-37BD-5259-E259370A7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D423-3DEE-AB11-317A-2A62E2B73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BE181-D834-482C-8B08-63835B6CF9FE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8F3C8-C71A-0AA0-07BD-31E3BBCB9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E777-EDA9-0AD9-4EAA-AC496F3E9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E4FF2-4861-4766-8830-B1F798DDA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609F-3C2C-9577-BB84-7059EB668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Adaptive Encryption System for Intelligent Data Protection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3FEB6-57EB-44B4-9A98-E6BE141A0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508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21E738-C95C-D1A5-64A7-C6D515C60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155153"/>
              </p:ext>
            </p:extLst>
          </p:nvPr>
        </p:nvGraphicFramePr>
        <p:xfrm>
          <a:off x="1797461" y="5218528"/>
          <a:ext cx="2324100" cy="731520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3481545404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086546090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192521280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Mahima P 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14247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192511263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Usha Nandhini P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09464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 dirty="0">
                          <a:effectLst/>
                          <a:latin typeface="Times New Roman" panose="02020603050405020304" pitchFamily="18" charset="0"/>
                        </a:rPr>
                        <a:t>192371040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YERABAPU DEEPTHI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8908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>
                          <a:effectLst/>
                          <a:latin typeface="Times New Roman" panose="02020603050405020304" pitchFamily="18" charset="0"/>
                        </a:rPr>
                        <a:t>192311386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000" b="0" dirty="0">
                          <a:effectLst/>
                          <a:latin typeface="Times New Roman" panose="02020603050405020304" pitchFamily="18" charset="0"/>
                        </a:rPr>
                        <a:t>N Nikhitha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21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42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AI-Powered Adaptive Encryption System for Intelligent Data Protection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Nitheesh kanna J</dc:creator>
  <cp:lastModifiedBy>Nitheesh kanna J</cp:lastModifiedBy>
  <cp:revision>1</cp:revision>
  <dcterms:created xsi:type="dcterms:W3CDTF">2026-08-04T04:57:27Z</dcterms:created>
  <dcterms:modified xsi:type="dcterms:W3CDTF">2026-08-04T04:57:28Z</dcterms:modified>
</cp:coreProperties>
</file>