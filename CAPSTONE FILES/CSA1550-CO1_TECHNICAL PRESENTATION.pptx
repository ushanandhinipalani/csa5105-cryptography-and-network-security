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sh kanna J" userId="8b7f3c9274bcedb8" providerId="LiveId" clId="{2F624841-C556-449A-B84D-BBCE3325FC2B}"/>
    <pc:docChg chg="addSld modSld">
      <pc:chgData name="Nitheesh kanna J" userId="8b7f3c9274bcedb8" providerId="LiveId" clId="{2F624841-C556-449A-B84D-BBCE3325FC2B}" dt="2026-07-20T14:21:07.261" v="18" actId="20577"/>
      <pc:docMkLst>
        <pc:docMk/>
      </pc:docMkLst>
      <pc:sldChg chg="addSp modSp mod">
        <pc:chgData name="Nitheesh kanna J" userId="8b7f3c9274bcedb8" providerId="LiveId" clId="{2F624841-C556-449A-B84D-BBCE3325FC2B}" dt="2026-07-20T14:19:28.208" v="13" actId="14100"/>
        <pc:sldMkLst>
          <pc:docMk/>
          <pc:sldMk cId="0" sldId="256"/>
        </pc:sldMkLst>
        <pc:picChg chg="add mod modCrop">
          <ac:chgData name="Nitheesh kanna J" userId="8b7f3c9274bcedb8" providerId="LiveId" clId="{2F624841-C556-449A-B84D-BBCE3325FC2B}" dt="2026-07-20T14:19:28.208" v="13" actId="14100"/>
          <ac:picMkLst>
            <pc:docMk/>
            <pc:sldMk cId="0" sldId="256"/>
            <ac:picMk id="4" creationId="{EE273D76-3C86-AA2B-3DA9-F16E6411F106}"/>
          </ac:picMkLst>
        </pc:picChg>
      </pc:sldChg>
      <pc:sldChg chg="addSp modSp mod">
        <pc:chgData name="Nitheesh kanna J" userId="8b7f3c9274bcedb8" providerId="LiveId" clId="{2F624841-C556-449A-B84D-BBCE3325FC2B}" dt="2026-07-20T14:18:01.977" v="4" actId="14100"/>
        <pc:sldMkLst>
          <pc:docMk/>
          <pc:sldMk cId="0" sldId="260"/>
        </pc:sldMkLst>
        <pc:picChg chg="add mod">
          <ac:chgData name="Nitheesh kanna J" userId="8b7f3c9274bcedb8" providerId="LiveId" clId="{2F624841-C556-449A-B84D-BBCE3325FC2B}" dt="2026-07-20T14:18:01.977" v="4" actId="14100"/>
          <ac:picMkLst>
            <pc:docMk/>
            <pc:sldMk cId="0" sldId="260"/>
            <ac:picMk id="4" creationId="{3ED19E28-7E8F-D05C-3936-CDC6743534EB}"/>
          </ac:picMkLst>
        </pc:picChg>
      </pc:sldChg>
      <pc:sldChg chg="addSp modSp new mod">
        <pc:chgData name="Nitheesh kanna J" userId="8b7f3c9274bcedb8" providerId="LiveId" clId="{2F624841-C556-449A-B84D-BBCE3325FC2B}" dt="2026-07-20T14:21:07.261" v="18" actId="20577"/>
        <pc:sldMkLst>
          <pc:docMk/>
          <pc:sldMk cId="3090921704" sldId="263"/>
        </pc:sldMkLst>
        <pc:spChg chg="add mod">
          <ac:chgData name="Nitheesh kanna J" userId="8b7f3c9274bcedb8" providerId="LiveId" clId="{2F624841-C556-449A-B84D-BBCE3325FC2B}" dt="2026-07-20T14:21:07.261" v="18" actId="20577"/>
          <ac:spMkLst>
            <pc:docMk/>
            <pc:sldMk cId="3090921704" sldId="263"/>
            <ac:spMk id="3" creationId="{CF8C74AE-D61A-5B75-0C75-634666FC6D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60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7" name="Text 5"/>
          <p:cNvSpPr/>
          <p:nvPr/>
        </p:nvSpPr>
        <p:spPr>
          <a:xfrm>
            <a:off x="5803640" y="228600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0" y="4023360"/>
            <a:ext cx="201168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438912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Nandhini P[192511263]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6196" y="146490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CSA1510 | Cloud Computing and Big Data Analytics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73D76-3C86-AA2B-3DA9-F16E6411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87" t="953" r="14400" b="4626"/>
          <a:stretch>
            <a:fillRect/>
          </a:stretch>
        </p:blipFill>
        <p:spPr>
          <a:xfrm>
            <a:off x="153954" y="191279"/>
            <a:ext cx="4287417" cy="64754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72737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Containerization?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7219" y="1476103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packages an application together with everything it needs to run—code, libraries, and settings—into one lightweight unit.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machine’s operating system kernel, unlike virtual machines which each need a full OS.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containers fast to start, small in size, and easy to move between laptops, servers, and the cloud.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tools: Docker (to build/run containers) and Kubernetes (to manage many containers).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63840" y="1982755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F2F6F7"/>
          </a:solidFill>
          <a:ln w="19050">
            <a:solidFill>
              <a:srgbClr val="2E8B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24688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E8B8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2468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0" y="32461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3886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4FA8A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containers sit on top of a single host operating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80310" y="16230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E8B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68241" y="16230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E8B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59677" y="16230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2E8B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554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514600"/>
            <a:ext cx="7406640" cy="685800"/>
          </a:xfrm>
          <a:prstGeom prst="roundRect">
            <a:avLst>
              <a:gd name="adj" fmla="val 10667"/>
            </a:avLst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25146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Engine (e.g., Docker)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3337560"/>
            <a:ext cx="7406640" cy="685800"/>
          </a:xfrm>
          <a:prstGeom prst="roundRect">
            <a:avLst>
              <a:gd name="adj" fmla="val 10667"/>
            </a:avLst>
          </a:prstGeom>
          <a:solidFill>
            <a:srgbClr val="1F3B57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333756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7440" y="4160520"/>
            <a:ext cx="7406640" cy="685800"/>
          </a:xfrm>
          <a:prstGeom prst="roundRect">
            <a:avLst>
              <a:gd name="adj" fmla="val 10667"/>
            </a:avLst>
          </a:prstGeom>
          <a:solidFill>
            <a:srgbClr val="6B7B8C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416052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Cloud 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vs. Containers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4206240" cy="548640"/>
          </a:xfrm>
          <a:prstGeom prst="rect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4206240" cy="548640"/>
          </a:xfrm>
          <a:prstGeom prst="rect">
            <a:avLst/>
          </a:prstGeom>
          <a:solidFill>
            <a:srgbClr val="8FA0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963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118104"/>
            <a:ext cx="4206240" cy="548640"/>
          </a:xfrm>
          <a:prstGeom prst="rect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181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39896"/>
            <a:ext cx="4206240" cy="548640"/>
          </a:xfrm>
          <a:prstGeom prst="rect">
            <a:avLst/>
          </a:prstGeom>
          <a:solidFill>
            <a:srgbClr val="8FA0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398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361688"/>
            <a:ext cx="4206240" cy="548640"/>
          </a:xfrm>
          <a:prstGeom prst="rect">
            <a:avLst/>
          </a:prstGeom>
          <a:solidFill>
            <a:srgbClr val="6B7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61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1546269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0" y="2496312"/>
            <a:ext cx="4206240" cy="548640"/>
          </a:xfrm>
          <a:prstGeom prst="rect">
            <a:avLst/>
          </a:prstGeom>
          <a:solidFill>
            <a:srgbClr val="2E8B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4963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3118104"/>
            <a:ext cx="4206240" cy="548640"/>
          </a:xfrm>
          <a:prstGeom prst="rect">
            <a:avLst/>
          </a:prstGeom>
          <a:solidFill>
            <a:srgbClr val="4FA8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1181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3739896"/>
            <a:ext cx="4206240" cy="548640"/>
          </a:xfrm>
          <a:prstGeom prst="rect">
            <a:avLst/>
          </a:prstGeom>
          <a:solidFill>
            <a:srgbClr val="2E8B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398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4361688"/>
            <a:ext cx="4206240" cy="548640"/>
          </a:xfrm>
          <a:prstGeom prst="rect">
            <a:avLst/>
          </a:prstGeom>
          <a:solidFill>
            <a:srgbClr val="4FA8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361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5623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351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ship new features in minutes instead of days, since containers start almost instantly.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2594" y="48371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5385443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containers run on one server, using hardware resources far more efficiently than VMs.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5328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Portability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29900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built on a laptop runs the same way on AWS, Azure, or Google Cloud.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630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151749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Kubernetes automatically add or remove containers as user demand changes.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19E28-7E8F-D05C-3936-CDC674353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807" y="45721"/>
            <a:ext cx="5740193" cy="6812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8624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streaming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3440" y="19659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runs thousands of microservices (recommendations, billing, streaming) inside containers, managed with tools built on top of container technology.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is packaged as its own container, so teams can update one service without affecting the rest of the platform.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let Netflix automatically scale up during peak viewing hours (e.g., a new show launch) and scale down afterward.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 releases, higher reliability, and efficient use of cloud resources for millions of viewers worldwide.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95360" y="5486400"/>
            <a:ext cx="365760" cy="36576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7" name="Shape 5"/>
          <p:cNvSpPr/>
          <p:nvPr/>
        </p:nvSpPr>
        <p:spPr>
          <a:xfrm>
            <a:off x="9098280" y="5212080"/>
            <a:ext cx="365760" cy="64008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4846320"/>
            <a:ext cx="365760" cy="100584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9" name="Shape 7"/>
          <p:cNvSpPr/>
          <p:nvPr/>
        </p:nvSpPr>
        <p:spPr>
          <a:xfrm>
            <a:off x="10104120" y="4480560"/>
            <a:ext cx="365760" cy="1371600"/>
          </a:xfrm>
          <a:prstGeom prst="rect">
            <a:avLst/>
          </a:prstGeom>
          <a:solidFill>
            <a:srgbClr val="2E8B8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5943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with demand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Cloud-Native Applications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" y="0"/>
            <a:ext cx="12192000" cy="6858000"/>
          </a:xfrm>
          <a:prstGeom prst="roundRect">
            <a:avLst>
              <a:gd name="adj" fmla="val 2381"/>
            </a:avLst>
          </a:prstGeom>
          <a:solidFill>
            <a:srgbClr val="F2F6F7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796726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packages applications with everything they need, making software easier to build, ship, and run consistently.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virtual machines, containers are lighter, faster, and more efficient because they share the host OS kernel.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Docker and Kubernetes have made containers the standard for cloud-native applications across the industry.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280160" y="4332204"/>
            <a:ext cx="96012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4572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500" i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let organizations deploy software faster, scale it efficiently, and run it reliably anywhere in the cloud.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5334311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1BBBECF-5879-7661-8C7B-6FC9EF2B0544}"/>
              </a:ext>
            </a:extLst>
          </p:cNvPr>
          <p:cNvSpPr/>
          <p:nvPr/>
        </p:nvSpPr>
        <p:spPr>
          <a:xfrm>
            <a:off x="697930" y="89970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C74AE-D61A-5B75-0C75-634666FC6DBC}"/>
              </a:ext>
            </a:extLst>
          </p:cNvPr>
          <p:cNvSpPr txBox="1"/>
          <p:nvPr/>
        </p:nvSpPr>
        <p:spPr>
          <a:xfrm>
            <a:off x="3048778" y="324433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9092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457</Words>
  <Application>Microsoft Office PowerPoint</Application>
  <PresentationFormat>Widescreen</PresentationFormat>
  <Paragraphs>73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Nitheesh kanna J</cp:lastModifiedBy>
  <cp:revision>2</cp:revision>
  <dcterms:created xsi:type="dcterms:W3CDTF">2026-07-16T16:55:44Z</dcterms:created>
  <dcterms:modified xsi:type="dcterms:W3CDTF">2026-07-20T14:21:12Z</dcterms:modified>
</cp:coreProperties>
</file>